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Kusho AI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Evaluated Kusho AI as an API testing accelerator</a:t>
            </a:r>
          </a:p>
          <a:p>
            <a:r>
              <a:t>• Strong in AI-driven test generation and coverage expansion</a:t>
            </a:r>
          </a:p>
          <a:p>
            <a:r>
              <a:t>• Best suited for API regression and onboarding</a:t>
            </a:r>
          </a:p>
          <a:p>
            <a:r>
              <a:t>• Not a replacement for custom automation frameworks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Overview</a:t>
            </a:r>
          </a:p>
          <a:p>
            <a:r>
              <a:t>2. Current Challenges</a:t>
            </a:r>
          </a:p>
          <a:p>
            <a:r>
              <a:t>3. Kusho AI Capabilities</a:t>
            </a:r>
          </a:p>
          <a:p>
            <a:r>
              <a:t>4. Strengths</a:t>
            </a:r>
          </a:p>
          <a:p>
            <a:r>
              <a:t>5. Limitations</a:t>
            </a:r>
          </a:p>
          <a:p>
            <a:r>
              <a:t>6. Comparison</a:t>
            </a:r>
          </a:p>
          <a:p>
            <a:r>
              <a:t>7. ROI</a:t>
            </a:r>
          </a:p>
          <a:p>
            <a:r>
              <a:t>8.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QA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Slow test creation</a:t>
            </a:r>
          </a:p>
          <a:p>
            <a:r>
              <a:t>• High maintenance effort</a:t>
            </a:r>
          </a:p>
          <a:p>
            <a:r>
              <a:t>• Incomplete edge-case coverage</a:t>
            </a:r>
          </a:p>
          <a:p>
            <a:r>
              <a:t>• Regression bottlenecks</a:t>
            </a:r>
          </a:p>
          <a:p>
            <a:r>
              <a:t>• Growing API landscape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Kusho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API testing platform that generates, executes, and maintains API test suites using API specifications and collections.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Kusho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Swagger/OpenAPI/Postman</a:t>
            </a:r>
          </a:p>
          <a:p>
            <a:r>
              <a:t>AI Analysis</a:t>
            </a:r>
          </a:p>
          <a:p>
            <a:r>
              <a:t>Test Generation</a:t>
            </a:r>
          </a:p>
          <a:p>
            <a:r>
              <a:t>Execution</a:t>
            </a:r>
          </a:p>
          <a:p>
            <a:r>
              <a:t>Reporting</a:t>
            </a:r>
          </a:p>
          <a:p>
            <a:r>
              <a:t>Coverage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test generation</a:t>
            </a:r>
          </a:p>
          <a:p>
            <a:r>
              <a:t>• API chaining</a:t>
            </a:r>
          </a:p>
          <a:p>
            <a:r>
              <a:t>• Regression suite creation</a:t>
            </a:r>
          </a:p>
          <a:p>
            <a:r>
              <a:t>• Edge-case identification</a:t>
            </a:r>
          </a:p>
          <a:p>
            <a:r>
              <a:t>• Reporting and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Kusho Excels: Test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manual scripting effort</a:t>
            </a:r>
          </a:p>
          <a:p>
            <a:r>
              <a:t>• Faster onboarding of new APIs</a:t>
            </a:r>
          </a:p>
          <a:p>
            <a:r>
              <a:t>• Generates scenarios in minutes instead of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Kusho Excels: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Positive cases</a:t>
            </a:r>
          </a:p>
          <a:p>
            <a:r>
              <a:t>• Negative cases</a:t>
            </a:r>
          </a:p>
          <a:p>
            <a:r>
              <a:t>• Boundary values</a:t>
            </a:r>
          </a:p>
          <a:p>
            <a:r>
              <a:t>• Missing fields</a:t>
            </a:r>
          </a:p>
          <a:p>
            <a:r>
              <a:t>• Invalid data types</a:t>
            </a:r>
          </a:p>
          <a:p>
            <a:r>
              <a:t>• Edge conditions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Kusho Excels: API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multi-step workflows:</a:t>
            </a:r>
          </a:p>
          <a:p>
            <a:r>
              <a:t>Create User → Create Account → Perform Transaction → Validate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Kusho Excels: Productivity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Less time spent writing boilerplate tests</a:t>
            </a:r>
          </a:p>
          <a:p>
            <a:r>
              <a:t>• Faster regression creation</a:t>
            </a:r>
          </a:p>
          <a:p>
            <a:r>
              <a:t>• Improved tester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Kusho vs Rest Assured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26571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Kusho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 Assured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Test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API Chaining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Supported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Business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Excel Driven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High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Business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Understands APIs better than business intent</a:t>
            </a:r>
          </a:p>
          <a:p>
            <a:r>
              <a:t>• Complex eligibility rules require manual validation</a:t>
            </a:r>
          </a:p>
          <a:p>
            <a:r>
              <a:t>• Domain expertise remains essential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Data Driven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 ideal for Excel-driven frameworks</a:t>
            </a:r>
          </a:p>
          <a:p>
            <a:r>
              <a:t>• Large-scale custom datasets need traditional automation</a:t>
            </a:r>
          </a:p>
          <a:p>
            <a:r>
              <a:t>• Read/write workflows are limited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Backend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 focused</a:t>
            </a:r>
          </a:p>
          <a:p>
            <a:r>
              <a:t>• DB validation may need custom tools</a:t>
            </a:r>
          </a:p>
          <a:p>
            <a:r>
              <a:t>• Kafka/event validation may require separate frameworks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Environment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Requires accessible APIs</a:t>
            </a:r>
          </a:p>
          <a:p>
            <a:r>
              <a:t>• Works best with Swagger/OpenAPI</a:t>
            </a:r>
          </a:p>
          <a:p>
            <a:r>
              <a:t>• Static JSON samples provide limited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Free version restricted advanced features</a:t>
            </a:r>
          </a:p>
          <a:p>
            <a:r>
              <a:t>• Pipeline integration could not be evaluated</a:t>
            </a:r>
          </a:p>
          <a:p>
            <a:r>
              <a:t>• Dev environment access unavailable</a:t>
            </a:r>
          </a:p>
          <a:p>
            <a:r>
              <a:t>• Extension execution issues observed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Assumption:</a:t>
            </a:r>
          </a:p>
          <a:p>
            <a:r>
              <a:t>100 APIs</a:t>
            </a:r>
          </a:p>
          <a:p>
            <a:r>
              <a:t>Manual creation: 3-4 weeks</a:t>
            </a:r>
          </a:p>
          <a:p>
            <a:r>
              <a:t>Kusho-assisted creation: Hours to days</a:t>
            </a:r>
          </a:p>
          <a:p>
            <a:r>
              <a:t>Potential effort reduction: 50-70%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Kusho AI for:</a:t>
            </a:r>
          </a:p>
          <a:p>
            <a:r>
              <a:t>• API onboarding</a:t>
            </a:r>
          </a:p>
          <a:p>
            <a:r>
              <a:t>• Regression generation</a:t>
            </a:r>
          </a:p>
          <a:p>
            <a:r>
              <a:t>• Coverage expansion</a:t>
            </a:r>
          </a:p>
          <a:p>
            <a:r>
              <a:t>Continue traditional frameworks for business-critical automation.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Kusho AI is a strong accelerator for API testing, but should complement—not replace—existing automation frameworks and QA expertise.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