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Kusho AI Management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Recommendation: Proceed with a controlled POC.</a:t>
            </a:r>
          </a:p>
          <a:p>
            <a:r>
              <a:t>Kusho AI shows strong potential for API test acceleration and coverage expansion.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API testing effort, improve coverage, accelerate regression cycles.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Capabilities, limitations, ROI, risks, adoption readiness.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scripting, maintenance overhead, slow onboarding, coverage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Kusho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API testing platform for generation, execution and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Swagger/OpenAPI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82880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Kusho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82880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Generated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59" y="182880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79" y="182880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Developers → API Specs → Kusho AI → QA Review → CI/CD → Release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test generation, API chaining, regression creation, coverage expansion.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onboarding and test generation. Business validation still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Coverage, productivity, speed, regression acceleration.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 1: Rapid Test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Minutes instead of days for initial suite creation.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 2: Coverage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Positive, negative, boundary and edge-case scenarios.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 3: API Workflow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API chaining and multi-step execution.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280160"/>
          <a:ext cx="8412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048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Kusho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Rest Assured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Postman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Test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API Chaining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Business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Excel 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Basic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Customization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Enterprise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</a:t>
            </a:r>
          </a:p>
          <a:p>
            <a:r>
              <a:t>• AI generation</a:t>
            </a:r>
          </a:p>
          <a:p>
            <a:r>
              <a:t>• Fast onboarding</a:t>
            </a:r>
          </a:p>
          <a:p/>
          <a:p>
            <a:r>
              <a:t>Weaknesses</a:t>
            </a:r>
          </a:p>
          <a:p>
            <a:r>
              <a:t>• Business-rule understanding</a:t>
            </a:r>
          </a:p>
          <a:p>
            <a:r>
              <a:t>• Data-driven limitations</a:t>
            </a:r>
          </a:p>
          <a:p/>
          <a:p>
            <a:r>
              <a:t>Opportunities</a:t>
            </a:r>
          </a:p>
          <a:p>
            <a:r>
              <a:t>• Faster releases</a:t>
            </a:r>
          </a:p>
          <a:p>
            <a:r>
              <a:t>• Increased coverage</a:t>
            </a:r>
          </a:p>
          <a:p/>
          <a:p>
            <a:r>
              <a:t>Threats</a:t>
            </a:r>
          </a:p>
          <a:p>
            <a:r>
              <a:t>• Vendor dependency</a:t>
            </a:r>
          </a:p>
          <a:p>
            <a:r>
              <a:t>• Licensing costs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Risk: Over-reliance on AI-generated tests</a:t>
            </a:r>
          </a:p>
          <a:p>
            <a:r>
              <a:t>Medium Risk: Vendor lock-in, licensing</a:t>
            </a:r>
          </a:p>
          <a:p>
            <a:r>
              <a:t>Low Risk: User adoption and 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 APIs, manual effort vs AI-assisted effort.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50–70% reduction in API test creation effort.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Limitations: Business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intent and complex workflows require QA expertise.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Limitations: Data-Driven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Excel/CSV/database-driven enterprise frameworks remain stronger.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Limitations: Backend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DB, Kafka, file and downstream validation require additional tooling.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→ POC → CI/CD Validation → Controlled Rollout → Scale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 / No-Go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for controlled POC. NO-GO for replacing existing framework.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as an accelerator, not a replacement.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