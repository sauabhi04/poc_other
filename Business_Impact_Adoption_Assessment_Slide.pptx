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678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Impact &amp; Adoption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31520"/>
            <a:ext cx="6583680" cy="2560320"/>
          </a:xfrm>
          <a:prstGeom prst="roundRect">
            <a:avLst/>
          </a:prstGeom>
          <a:solidFill>
            <a:srgbClr val="F7F7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822960"/>
            <a:ext cx="6309360" cy="2377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ROI Snapshot</a:t>
            </a:r>
          </a:p>
          <a:p>
            <a:pPr>
              <a:defRPr sz="1600"/>
            </a:pPr>
            <a:r>
              <a:t>Traditional: 6,360 min</a:t>
            </a:r>
          </a:p>
          <a:p>
            <a:pPr>
              <a:defRPr sz="1600"/>
            </a:pPr>
            <a:r>
              <a:t>Kusho AI: 1,282 min</a:t>
            </a:r>
          </a:p>
          <a:p>
            <a:pPr>
              <a:defRPr sz="1600"/>
            </a:pPr>
            <a:r>
              <a:t>636 Test Cases</a:t>
            </a:r>
          </a:p>
          <a:p>
            <a:pPr>
              <a:defRPr sz="1600"/>
            </a:pPr>
            <a:r>
              <a:t>~80% Effort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731520"/>
            <a:ext cx="4754880" cy="2560320"/>
          </a:xfrm>
          <a:prstGeom prst="roundRect">
            <a:avLst/>
          </a:prstGeom>
          <a:solidFill>
            <a:srgbClr val="F7F7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822960"/>
            <a:ext cx="4480560" cy="2377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Business Value</a:t>
            </a:r>
          </a:p>
          <a:p>
            <a:pPr>
              <a:defRPr sz="1600"/>
            </a:pPr>
            <a:r>
              <a:t>• 5,078 Minutes Saved</a:t>
            </a:r>
          </a:p>
          <a:p>
            <a:pPr>
              <a:defRPr sz="1600"/>
            </a:pPr>
            <a:r>
              <a:t>• 84.6 Hours Saved</a:t>
            </a:r>
          </a:p>
          <a:p>
            <a:pPr>
              <a:defRPr sz="1600"/>
            </a:pPr>
            <a:r>
              <a:t>• 10.6 Working Days Saved</a:t>
            </a:r>
          </a:p>
          <a:p>
            <a:pPr>
              <a:defRPr sz="1600"/>
            </a:pPr>
            <a:r>
              <a:t>• Faster API Onboarding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566160"/>
            <a:ext cx="5669280" cy="2194560"/>
          </a:xfrm>
          <a:prstGeom prst="roundRect">
            <a:avLst/>
          </a:prstGeom>
          <a:solidFill>
            <a:srgbClr val="F7F7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3657600"/>
            <a:ext cx="539496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Overall POV</a:t>
            </a:r>
          </a:p>
          <a:p>
            <a:pPr>
              <a:defRPr sz="1600"/>
            </a:pPr>
            <a:r>
              <a:t>Strengths:</a:t>
            </a:r>
          </a:p>
          <a:p>
            <a:pPr>
              <a:defRPr sz="1600"/>
            </a:pPr>
            <a:r>
              <a:t>• AI Test Generation</a:t>
            </a:r>
          </a:p>
          <a:p>
            <a:pPr>
              <a:defRPr sz="1600"/>
            </a:pPr>
            <a:r>
              <a:t>• Better Coverage</a:t>
            </a:r>
          </a:p>
          <a:p>
            <a:pPr>
              <a:defRPr sz="1600"/>
            </a:pPr>
            <a:r>
              <a:t>• Faster Regression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Limitations:</a:t>
            </a:r>
          </a:p>
          <a:p>
            <a:pPr>
              <a:defRPr sz="1600"/>
            </a:pPr>
            <a:r>
              <a:t>• Business Validation</a:t>
            </a:r>
          </a:p>
          <a:p>
            <a:pPr>
              <a:defRPr sz="1600"/>
            </a:pPr>
            <a:r>
              <a:t>• Backend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566160"/>
            <a:ext cx="5669280" cy="2194560"/>
          </a:xfrm>
          <a:prstGeom prst="roundRect">
            <a:avLst/>
          </a:prstGeom>
          <a:solidFill>
            <a:srgbClr val="F7F7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657600"/>
            <a:ext cx="539496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Risk Summary</a:t>
            </a:r>
          </a:p>
          <a:p>
            <a:pPr>
              <a:defRPr sz="1600"/>
            </a:pPr>
            <a:r>
              <a:t>High: Business validation</a:t>
            </a:r>
          </a:p>
          <a:p>
            <a:pPr>
              <a:defRPr sz="1600"/>
            </a:pPr>
            <a:r>
              <a:t>High: Review effort</a:t>
            </a:r>
          </a:p>
          <a:p>
            <a:pPr>
              <a:defRPr sz="1600"/>
            </a:pPr>
            <a:r>
              <a:t>Medium: Vendor dependency</a:t>
            </a:r>
          </a:p>
          <a:p>
            <a:pPr>
              <a:defRPr sz="1600"/>
            </a:pPr>
            <a:r>
              <a:t>Medium: Security</a:t>
            </a:r>
          </a:p>
          <a:p>
            <a:pPr>
              <a:defRPr sz="1600"/>
            </a:pPr>
            <a:r>
              <a:t>Low: Learning curve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989320"/>
            <a:ext cx="11612880" cy="457200"/>
          </a:xfrm>
          <a:prstGeom prst="roundRect">
            <a:avLst/>
          </a:prstGeom>
          <a:solidFill>
            <a:srgbClr val="E678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0533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Recommendation: Use Kusho AI as an AI-assisted accelerator while retaining traditional automation for enterprise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